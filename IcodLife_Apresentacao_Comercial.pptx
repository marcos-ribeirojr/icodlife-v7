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120640" cy="5120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097280"/>
            <a:ext cx="3657600" cy="3657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365760"/>
            <a:ext cx="2194560" cy="21945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plataforma completa de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médica e saúde do paciente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médicos, clínicas e empresas.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Comercial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que resolvemos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EFF8F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777240" cy="77724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6" name="Image 0" descr="/tmp/pptx-work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58" y="21982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26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solo desorganizado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2644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agenda, prontuário, prescrição e financeiro em ferramentas soltas (papel, planilha, WhatsApp).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EF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11680"/>
            <a:ext cx="777240" cy="77724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1" name="Image 1" descr="/tmp/pptx-work/icons/clin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21982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2926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sem visão consolidada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32644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médico com sua agenda, sem financeiro único nem carteira de empresas compartilhada.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20624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EF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60120" y="4526280"/>
            <a:ext cx="777240" cy="77724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6" name="Image 2" descr="/tmp/pptx-work/icons/buil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47128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54406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sem rastreabilidade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60120" y="57790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Contratantes de exames ocupacionais (ASO) não têm o processo digitalizado.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4206240"/>
            <a:ext cx="5074920" cy="2286000"/>
          </a:xfrm>
          <a:prstGeom prst="roundRect">
            <a:avLst>
              <a:gd name="adj" fmla="val 4800"/>
            </a:avLst>
          </a:prstGeom>
          <a:solidFill>
            <a:srgbClr val="EFF8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526280"/>
            <a:ext cx="777240" cy="77724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21" name="Image 3" descr="/tmp/pptx-work/icons/pati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471281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92240" y="54406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sem histórico unificado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92240" y="5779008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enxerga sua saúde de forma completa e organizada em um só lugar.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Apresentação Comercial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OFERTA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plataforma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portais, um mesmo núcleo de dados.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37560" cy="3794760"/>
          </a:xfrm>
          <a:prstGeom prst="roundRect">
            <a:avLst>
              <a:gd name="adj" fmla="val 3836"/>
            </a:avLst>
          </a:prstGeom>
          <a:solidFill>
            <a:srgbClr val="015B66"/>
          </a:solidFill>
          <a:ln/>
        </p:spPr>
      </p:sp>
      <p:sp>
        <p:nvSpPr>
          <p:cNvPr id="6" name="Shape 4"/>
          <p:cNvSpPr/>
          <p:nvPr/>
        </p:nvSpPr>
        <p:spPr>
          <a:xfrm>
            <a:off x="1851660" y="237744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tmp/pptx-work/icons/do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2606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4747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do Médico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D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prontuário eletrônico, prescrição, exames, financeiro, carteira de empresas e ASOs.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337560" cy="3794760"/>
          </a:xfrm>
          <a:prstGeom prst="roundRect">
            <a:avLst>
              <a:gd name="adj" fmla="val 3836"/>
            </a:avLst>
          </a:prstGeom>
          <a:solidFill>
            <a:srgbClr val="EFF8F7"/>
          </a:solidFill>
          <a:ln/>
        </p:spPr>
      </p:sp>
      <p:sp>
        <p:nvSpPr>
          <p:cNvPr id="11" name="Shape 8"/>
          <p:cNvSpPr/>
          <p:nvPr/>
        </p:nvSpPr>
        <p:spPr>
          <a:xfrm>
            <a:off x="5509260" y="2377440"/>
            <a:ext cx="914400" cy="91440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2" name="Image 1" descr="/tmp/pptx-work/icons/clin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2606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4747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5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da Clínica/Hospital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72000" y="411480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Multi-tenant: vários médicos, agenda multiprofissional, financeiro consolidado, equipe administrativa.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55280" y="1965960"/>
            <a:ext cx="3337560" cy="3794760"/>
          </a:xfrm>
          <a:prstGeom prst="roundRect">
            <a:avLst>
              <a:gd name="adj" fmla="val 3836"/>
            </a:avLst>
          </a:prstGeom>
          <a:solidFill>
            <a:srgbClr val="EFF8F7"/>
          </a:solidFill>
          <a:ln/>
        </p:spPr>
      </p:sp>
      <p:sp>
        <p:nvSpPr>
          <p:cNvPr id="16" name="Shape 12"/>
          <p:cNvSpPr/>
          <p:nvPr/>
        </p:nvSpPr>
        <p:spPr>
          <a:xfrm>
            <a:off x="9166860" y="2377440"/>
            <a:ext cx="914400" cy="91440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7" name="Image 2" descr="/tmp/pptx-work/icons/pati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26060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83880" y="34747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5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do Paciente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229600" y="411480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 pessoal, família, exames, medicação, telemedicina — web e mobile.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único para os três perfis — cada um cai no seu painel correto.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Apresentação Comercial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5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MÉDICO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 completa para a sua rotina clínica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6" name="Image 0" descr="/tmp/pptx-work/icons/ge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19705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1460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configurável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28072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CD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de atendimento sob medida.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828800"/>
            <a:ext cx="566928" cy="566928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1" name="Image 1" descr="/tmp/pptx-wor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19705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1460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 e prescrição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26280" y="28072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CD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 eletrônico, prescrição digital, pedidos de exame.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7955280" y="160020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828800"/>
            <a:ext cx="566928" cy="566928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6" name="Image 2" descr="/tmp/pptx-work/icons/co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612" y="197053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251460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completo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183880" y="28072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CD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Caixa, DRE, controle de recebimentos — inclusive fora do app.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640080" y="3456432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3685032"/>
            <a:ext cx="566928" cy="566928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21" name="Image 3" descr="/tmp/pptx-work/icons/buil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382676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37083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de empresas e ASO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68680" y="46634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CD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de Atestado de Saúde Ocupacional.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297680" y="3456432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3685032"/>
            <a:ext cx="566928" cy="566928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26" name="Image 4" descr="/tmp/pptx-work/icons/s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012" y="3826764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37083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especializados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26280" y="46634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CD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Oftalmologia, Saúde Ocupacional, Saúde Mental, Cirurgias, Vacinas e mais.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7955280" y="3456432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30" name="Shape 23"/>
          <p:cNvSpPr/>
          <p:nvPr/>
        </p:nvSpPr>
        <p:spPr>
          <a:xfrm>
            <a:off x="8183880" y="3685032"/>
            <a:ext cx="566928" cy="566928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31" name="Image 5" descr="/tmp/pptx-work/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5612" y="3826764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83880" y="437083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integrada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183880" y="46634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CD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remota nativa na plataforma.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Apresentação Comercial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CLÍNICA/HOSPITAL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painel para toda a operação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332720" cy="841248"/>
          </a:xfrm>
          <a:prstGeom prst="roundRect">
            <a:avLst>
              <a:gd name="adj" fmla="val 10870"/>
            </a:avLst>
          </a:prstGeom>
          <a:solidFill>
            <a:srgbClr val="EFF8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60804"/>
            <a:ext cx="502920" cy="50292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6" name="Image 0" descr="/tmp/pptx-work/icons/clin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86534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Multi-médico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2075688"/>
            <a:ext cx="9235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cadastro de clínica agrega N médicos (sócios, associados, visitantes).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10332720" cy="841248"/>
          </a:xfrm>
          <a:prstGeom prst="roundRect">
            <a:avLst>
              <a:gd name="adj" fmla="val 10870"/>
            </a:avLst>
          </a:prstGeom>
          <a:solidFill>
            <a:srgbClr val="EF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820924"/>
            <a:ext cx="502920" cy="50292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1" name="Image 1" descr="/tmp/pptx-work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946654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743200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 financeiro consolidados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508760" y="3035808"/>
            <a:ext cx="9235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da clínica inteira, sem perder o controle individual de cada médico.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611880"/>
            <a:ext cx="10332720" cy="841248"/>
          </a:xfrm>
          <a:prstGeom prst="roundRect">
            <a:avLst>
              <a:gd name="adj" fmla="val 10870"/>
            </a:avLst>
          </a:prstGeom>
          <a:solidFill>
            <a:srgbClr val="EF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781044"/>
            <a:ext cx="502920" cy="50292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6" name="Image 2" descr="/tmp/pptx-work/icons/t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906774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703320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administrativa própria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508760" y="3995928"/>
            <a:ext cx="9235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Recepção, financeiro, enfermagem — sem precisar de um médico "dono" de cada função.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572000"/>
            <a:ext cx="10332720" cy="841248"/>
          </a:xfrm>
          <a:prstGeom prst="roundRect">
            <a:avLst>
              <a:gd name="adj" fmla="val 10870"/>
            </a:avLst>
          </a:prstGeom>
          <a:solidFill>
            <a:srgbClr val="EFF8F7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741164"/>
            <a:ext cx="502920" cy="50292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21" name="Image 3" descr="/tmp/pptx-work/icons/buil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86689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663440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 salas compartilhadas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508760" y="4956048"/>
            <a:ext cx="9235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 e salas compartilhados entre os profissionais.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5532120"/>
            <a:ext cx="10332720" cy="841248"/>
          </a:xfrm>
          <a:prstGeom prst="roundRect">
            <a:avLst>
              <a:gd name="adj" fmla="val 10870"/>
            </a:avLst>
          </a:prstGeom>
          <a:solidFill>
            <a:srgbClr val="EFF8F7"/>
          </a:solidFill>
          <a:ln/>
        </p:spPr>
      </p:sp>
      <p:sp>
        <p:nvSpPr>
          <p:cNvPr id="25" name="Shape 19"/>
          <p:cNvSpPr/>
          <p:nvPr/>
        </p:nvSpPr>
        <p:spPr>
          <a:xfrm>
            <a:off x="822960" y="5701284"/>
            <a:ext cx="502920" cy="50292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26" name="Image 4" descr="/tmp/pptx-work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" y="582701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623560"/>
            <a:ext cx="9235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e ASOs centralizados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508760" y="5916168"/>
            <a:ext cx="9235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todos os médicos da clínica em um só lugar.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Apresentação Comercial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EMPRESAS — RH / MEDICINA DO TRABALHO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Rastreabilidade em saúde ocupacional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37560" cy="3566160"/>
          </a:xfrm>
          <a:prstGeom prst="roundRect">
            <a:avLst>
              <a:gd name="adj" fmla="val 3836"/>
            </a:avLst>
          </a:prstGeom>
          <a:solidFill>
            <a:srgbClr val="EFF8F7"/>
          </a:solidFill>
          <a:ln/>
        </p:spPr>
      </p:sp>
      <p:sp>
        <p:nvSpPr>
          <p:cNvPr id="5" name="Shape 3"/>
          <p:cNvSpPr/>
          <p:nvPr/>
        </p:nvSpPr>
        <p:spPr>
          <a:xfrm>
            <a:off x="1851660" y="2377440"/>
            <a:ext cx="914400" cy="91440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6" name="Image 0" descr="/tmp/pptx-work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2606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474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15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 digitais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402336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 de Atestados de Saúde Ocupacional, vinculados a médico ou clínica credenciada.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2011680"/>
            <a:ext cx="3337560" cy="3566160"/>
          </a:xfrm>
          <a:prstGeom prst="roundRect">
            <a:avLst>
              <a:gd name="adj" fmla="val 3836"/>
            </a:avLst>
          </a:prstGeom>
          <a:solidFill>
            <a:srgbClr val="EF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5509260" y="2377440"/>
            <a:ext cx="914400" cy="91440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1" name="Image 1" descr="/tmp/pptx-wor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2606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474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15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Rastreabilidade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72000" y="402336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processo de exame ocupacional documentado e auditável.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2011680"/>
            <a:ext cx="3337560" cy="3566160"/>
          </a:xfrm>
          <a:prstGeom prst="roundRect">
            <a:avLst>
              <a:gd name="adj" fmla="val 3836"/>
            </a:avLst>
          </a:prstGeom>
          <a:solidFill>
            <a:srgbClr val="EF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166860" y="2377440"/>
            <a:ext cx="914400" cy="91440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6" name="Image 2" descr="/tmp/pptx-wor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0" y="26060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3474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15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regulatória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0" y="402336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exigências de PGR/PCMSO e, no roadmap, integração com eSocial (S-2220/2210/2240).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Apresentação Comercial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5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PACIENTE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saúde, organizada num só lugar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6" name="Image 0" descr="/tmp/pptx-wor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19705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1460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 pessoal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28072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CD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exames com linha do tempo, referências SBPC/ML e alertas de valores fora da faixa.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828800"/>
            <a:ext cx="566928" cy="566928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1" name="Image 1" descr="/tmp/pptx-work/icons/t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19705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1460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família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26280" y="28072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CD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Dependentes e histórico compartilhado.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7955280" y="160020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828800"/>
            <a:ext cx="566928" cy="566928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6" name="Image 2" descr="/tmp/pptx-work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612" y="197053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251460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de vida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183880" y="28072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CD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saúde 0–100: IMC, hábitos, sono, saúde emocional, alimentação.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640080" y="3456432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3685032"/>
            <a:ext cx="566928" cy="566928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21" name="Image 3" descr="/tmp/pptx-wor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382676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37083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do dia a dia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68680" y="46634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CD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Medicação, ciclo menstrual, vacinas, cirurgias, glicemia, pressão arterial.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297680" y="3456432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3685032"/>
            <a:ext cx="566928" cy="566928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26" name="Image 4" descr="/tmp/pptx-work/icons/id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012" y="3826764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37083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HealthBot com IA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26280" y="46634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CD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saúde inteligente disponível a qualquer momento.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7955280" y="3456432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30" name="Shape 23"/>
          <p:cNvSpPr/>
          <p:nvPr/>
        </p:nvSpPr>
        <p:spPr>
          <a:xfrm>
            <a:off x="8183880" y="3685032"/>
            <a:ext cx="566928" cy="566928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31" name="Image 5" descr="/tmp/pptx-work/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5612" y="3826764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83880" y="437083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+ app mobile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183880" y="46634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CD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remota e app nativo (Expo/React Native).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Apresentação Comercial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 conformidade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332720" cy="1234440"/>
          </a:xfrm>
          <a:prstGeom prst="roundRect">
            <a:avLst>
              <a:gd name="adj" fmla="val 7407"/>
            </a:avLst>
          </a:prstGeom>
          <a:solidFill>
            <a:srgbClr val="EFF8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80260"/>
            <a:ext cx="731520" cy="73152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6" name="Image 0" descr="/tmp/pptx-work/icons/credit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631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1168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protegidos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20240" y="2359152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bancários e de pagamento nunca ficam armazenados na ICODLIFE — tokenização via gateway (Pagar.me), conformidade PCI-DSS.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10332720" cy="1234440"/>
          </a:xfrm>
          <a:prstGeom prst="roundRect">
            <a:avLst>
              <a:gd name="adj" fmla="val 7407"/>
            </a:avLst>
          </a:prstGeom>
          <a:solidFill>
            <a:srgbClr val="EF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497580"/>
            <a:ext cx="731520" cy="73152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1" name="Image 1" descr="/tmp/pptx-wor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6804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42900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por design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920240" y="3776472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sensível de saúde tratado com auditoria e controle de acesso por papel (paciente/médico/clínica).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663440"/>
            <a:ext cx="10332720" cy="1234440"/>
          </a:xfrm>
          <a:prstGeom prst="roundRect">
            <a:avLst>
              <a:gd name="adj" fmla="val 7407"/>
            </a:avLst>
          </a:prstGeom>
          <a:solidFill>
            <a:srgbClr val="EF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914900"/>
            <a:ext cx="731520" cy="73152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6" name="Image 2" descr="/tmp/pptx-work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0977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84632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institucional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920240" y="5193792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Único gov.br e interoperabilidade com a RNDS (Rede Nacional de Dados em Saúde/DATASUS).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Apresentação Comercial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37560" cy="3657600"/>
          </a:xfrm>
          <a:prstGeom prst="roundRect">
            <a:avLst>
              <a:gd name="adj" fmla="val 3836"/>
            </a:avLst>
          </a:prstGeom>
          <a:solidFill>
            <a:srgbClr val="EFF8F7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2103120"/>
            <a:ext cx="777240" cy="77724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6" name="Image 0" descr="/tmp/pptx-work/icons/do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0" y="22974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5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Médico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solo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5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R$ 99</a:t>
            </a:r>
            <a:pPr algn="ctr" indent="0" marL="0">
              <a:buNone/>
            </a:pPr>
            <a:r>
              <a:rPr lang="en-US" sz="1300" dirty="0">
                <a:solidFill>
                  <a:srgbClr val="3E5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/mês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4400" y="46177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via PIX, boleto ou cartão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97680" y="1737360"/>
            <a:ext cx="3337560" cy="3657600"/>
          </a:xfrm>
          <a:prstGeom prst="roundRect">
            <a:avLst>
              <a:gd name="adj" fmla="val 3836"/>
            </a:avLst>
          </a:prstGeom>
          <a:solidFill>
            <a:srgbClr val="015B66"/>
          </a:solidFill>
          <a:ln/>
          <a:effectLst>
            <a:outerShdw sx="100000" sy="100000" kx="0" ky="0" algn="bl" rotWithShape="0" blurRad="127000" dist="50800" dir="5400000">
              <a:srgbClr val="0B3D3F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43500" y="1536192"/>
            <a:ext cx="1645920" cy="40233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3" name="Text 10"/>
          <p:cNvSpPr/>
          <p:nvPr/>
        </p:nvSpPr>
        <p:spPr>
          <a:xfrm>
            <a:off x="5143500" y="15361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POPULAR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77840" y="210312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/tmp/pptx-work/icons/clin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150" y="2297430"/>
            <a:ext cx="388620" cy="3886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80560" y="3063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Clínica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480560" y="3429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/ Hospital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480560" y="3886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R$ 388</a:t>
            </a:r>
            <a:pPr algn="ctr" indent="0" marL="0">
              <a:buNone/>
            </a:pPr>
            <a:r>
              <a:rPr lang="en-US" sz="1300" dirty="0">
                <a:solidFill>
                  <a:srgbClr val="BFE8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/mês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4572000" y="46177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B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via PIX, boleto ou cartão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955280" y="1737360"/>
            <a:ext cx="3337560" cy="3657600"/>
          </a:xfrm>
          <a:prstGeom prst="roundRect">
            <a:avLst>
              <a:gd name="adj" fmla="val 3836"/>
            </a:avLst>
          </a:prstGeom>
          <a:solidFill>
            <a:srgbClr val="EFF8F7"/>
          </a:solidFill>
          <a:ln/>
        </p:spPr>
      </p:sp>
      <p:sp>
        <p:nvSpPr>
          <p:cNvPr id="21" name="Shape 17"/>
          <p:cNvSpPr/>
          <p:nvPr/>
        </p:nvSpPr>
        <p:spPr>
          <a:xfrm>
            <a:off x="9235440" y="2103120"/>
            <a:ext cx="777240" cy="77724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22" name="Image 2" descr="/tmp/pptx-work/icons/ge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0" y="2297430"/>
            <a:ext cx="388620" cy="3886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38160" y="3063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5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Paciente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138160" y="3429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138160" y="3886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5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R$ 19,90</a:t>
            </a:r>
            <a:pPr algn="ctr" indent="0" marL="0">
              <a:buNone/>
            </a:pPr>
            <a:r>
              <a:rPr lang="en-US" sz="1300" dirty="0">
                <a:solidFill>
                  <a:srgbClr val="3E5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/mês</a:t>
            </a:r>
            <a:endParaRPr lang="en-US" sz="3000" dirty="0"/>
          </a:p>
        </p:txBody>
      </p:sp>
      <p:sp>
        <p:nvSpPr>
          <p:cNvPr id="26" name="Text 21"/>
          <p:cNvSpPr/>
          <p:nvPr/>
        </p:nvSpPr>
        <p:spPr>
          <a:xfrm>
            <a:off x="8229600" y="46177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via PIX, boleto ou cartão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40080" y="5623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Repasse automático ao médico/clínica em todas as cobranças feitas na plataforma.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Apresentação Comercial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escolher a IcodLife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332720" cy="1234440"/>
          </a:xfrm>
          <a:prstGeom prst="roundRect">
            <a:avLst>
              <a:gd name="adj" fmla="val 7407"/>
            </a:avLst>
          </a:prstGeom>
          <a:solidFill>
            <a:srgbClr val="EFF8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71700"/>
            <a:ext cx="731520" cy="73152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6" name="Image 0" descr="/tmp/pptx-work/icon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545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0312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plataforma, três públicos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20240" y="2450592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médico, clínica e paciente sem necessidade de integrar sistemas separados.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337560"/>
            <a:ext cx="10332720" cy="1234440"/>
          </a:xfrm>
          <a:prstGeom prst="roundRect">
            <a:avLst>
              <a:gd name="adj" fmla="val 7407"/>
            </a:avLst>
          </a:prstGeom>
          <a:solidFill>
            <a:srgbClr val="EF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589020"/>
            <a:ext cx="731520" cy="73152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1" name="Image 1" descr="/tmp/pptx-wor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7719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5204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estruturado e auditável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920240" y="3867912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exigências regulatórias crescentes (RNDS, eSocial).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754880"/>
            <a:ext cx="10332720" cy="1234440"/>
          </a:xfrm>
          <a:prstGeom prst="roundRect">
            <a:avLst>
              <a:gd name="adj" fmla="val 7407"/>
            </a:avLst>
          </a:prstGeom>
          <a:solidFill>
            <a:srgbClr val="EF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5006340"/>
            <a:ext cx="731520" cy="731520"/>
          </a:xfrm>
          <a:prstGeom prst="ellipse">
            <a:avLst/>
          </a:prstGeom>
          <a:solidFill>
            <a:srgbClr val="015B66"/>
          </a:solidFill>
          <a:ln/>
        </p:spPr>
      </p:sp>
      <p:pic>
        <p:nvPicPr>
          <p:cNvPr id="16" name="Image 2" descr="/tmp/pptx-work/icons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1892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93776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contínua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920240" y="5285232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módulo entregue e validado a cada sprint.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Apresentação Comercial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5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55448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tmp/pptx-work/icons/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191109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246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conversar?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371600" y="38862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B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[completar: e-mail comercial, site, telefone, forma de agendar demonstração]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IcodLife / Sou Doutor — Apresentação Comercial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C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2026-07-20T15:30:35Z</dcterms:created>
  <dcterms:modified xsi:type="dcterms:W3CDTF">2026-07-20T15:30:35Z</dcterms:modified>
</cp:coreProperties>
</file>