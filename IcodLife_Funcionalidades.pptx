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IcodLife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Sou Doutor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Digital Integrada de Saúde com 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de Funcionalidades  ·  Versão 7  ·  Junho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381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1381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3816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IcodLife?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002B5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App Mobile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pessoal de saúde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vitais, consultas, medicamentos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Web Paciente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4708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completo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de prontuário PDF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FCM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Sou Doutor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493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Médico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67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e prontuário clínico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Receitas e pedidos de exame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Financeiro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3493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767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módulos clínicos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+ REST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Prisma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 — Telas Implementadas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telas • React Native + Expo SDK 51 • iOS e Android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02B5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saúde, próxima consulta,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medicamentos do dia, acesso rápido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1188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13432" y="13258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02B5C"/>
          </a:solidFill>
          <a:ln/>
        </p:spPr>
      </p:sp>
      <p:sp>
        <p:nvSpPr>
          <p:cNvPr id="11" name="Text 9"/>
          <p:cNvSpPr/>
          <p:nvPr/>
        </p:nvSpPr>
        <p:spPr>
          <a:xfrm>
            <a:off x="2313432" y="1325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93392" y="2029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93392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Agendamento, tabs Próximas/Histórico,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telemedicina, notas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1188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32504" y="13258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02B5C"/>
          </a:solidFill>
          <a:ln/>
        </p:spPr>
      </p:sp>
      <p:sp>
        <p:nvSpPr>
          <p:cNvPr id="16" name="Text 14"/>
          <p:cNvSpPr/>
          <p:nvPr/>
        </p:nvSpPr>
        <p:spPr>
          <a:xfrm>
            <a:off x="4032504" y="1325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12464" y="2029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Medicamentos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12464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por período, registro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tomada, alerta de estoque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1188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51576" y="13258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02B5C"/>
          </a:solidFill>
          <a:ln/>
        </p:spPr>
      </p:sp>
      <p:sp>
        <p:nvSpPr>
          <p:cNvPr id="21" name="Text 19"/>
          <p:cNvSpPr/>
          <p:nvPr/>
        </p:nvSpPr>
        <p:spPr>
          <a:xfrm>
            <a:off x="5751576" y="1325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31536" y="2029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31536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agregado: BP, glicemia,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exames, vacinas, cirurgias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0608" y="1188720"/>
            <a:ext cx="1554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70648" y="132588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002B5C"/>
          </a:solidFill>
          <a:ln/>
        </p:spPr>
      </p:sp>
      <p:sp>
        <p:nvSpPr>
          <p:cNvPr id="26" name="Text 24"/>
          <p:cNvSpPr/>
          <p:nvPr/>
        </p:nvSpPr>
        <p:spPr>
          <a:xfrm>
            <a:off x="7470648" y="1325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50608" y="2029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pessoais, alergias, condições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crônicas, tipo sanguíneo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adicionais (acesso via navegação):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🩸 Pressão Arterial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37560" y="320040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🍬 Glicemia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320040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Prontuário PDF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70332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703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 Vacinas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37560" y="370332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3337560" y="3703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Notificações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370332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3703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HealthBot IA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206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Família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337560" y="42062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45" name="Text 43"/>
          <p:cNvSpPr/>
          <p:nvPr/>
        </p:nvSpPr>
        <p:spPr>
          <a:xfrm>
            <a:off x="3337560" y="4206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Ciclo Menstrual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42062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4F8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4206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Exames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de Dados Vitais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FFF1F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🩸 Pressão Arterial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Gráfico sistólica (vermelho) + diastólica (azul)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1109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Classificação JNC8: Normal / Elevada / Hipertensão 1 / Hipertensão 2 / Crise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Linhas de referência: 120, 140, 80, 90 mmHg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7063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Filtro por período: 7 / 30 / 90 dias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Registro de contexto: sono, álcool, estresse, medicação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3016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Long-press para excluir leitura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5993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Preview da classificação em tempo real no formulário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🍬 Glicemia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148132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 contextos: jejum, pré/pós-refeição, antes/após exercício, aleatório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1109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Classificação automática por faixa e contexto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34086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Zonas: Hipoglicemia / Normal / Pré-diabetes / Diabetes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77063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Linha de referência: 70, 100, 126, 180 mg/dL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Estatísticas: média, mínimo, máximo, contagem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63016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HbA1c: histórico e eAG estimado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5993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Alertas críticos automáticos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97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MiniLineChart: SVG nativo (react-native-svg) — curvas Bézier, labels, linhas de referência — sem biblioteca externa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Prontuário Digital PDF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Digital + QR Code de Verificação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92808" y="187452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1408" y="123444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21408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21408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57016" y="187452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85616" y="123444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002B5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85616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85616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21224" y="187452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9824" y="123444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49824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Mobile/Web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85432" y="187452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123444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14032" y="1325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14032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no PDF: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944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Dados do paciente e contato de emergência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36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Medicamentos ativos com dosagem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529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de consultas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822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Pressão arterial + glicemia (últimas leituras)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Vacinas aplicadas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Cirurgias e procedimentos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7000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Exames de sangue com análise 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&amp; Conformidade: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2944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Assinatura HMAC-SHA256 com JWT_SECRET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236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 no formato base64url(payload).sig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529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Validade: 1 ano por documento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3822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QR Code aponta para endpoint público de verificação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Verificável sem login (público, sem auth)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Hash SHA-256 do token exibido no PDF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7000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Aviso LGPD e dados do emissor na última página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 Doutor — Plataforma Médica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apps/doutor · Next.js 14 · Porta 3002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Agenda Médica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Horários por dia da semana, duração dos slots, bloqueios e feriados. Visualização diária e semanal.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Prontuário do Paciente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361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ao histórico clínico completo do paciente vinculado: consultas, medicamentos, exames, vitais.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Receitas Digitais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963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Emissão de receitas com itens, dosagem, diagnóstico, validade e associação ao paciente.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1488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Pedidos de Exame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49631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Solicitações com urgência (rotina/urgente), informação clínica e lista de exames.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Financeiro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56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de entradas (consultas) e saídas (despesas), categorizado por método de pagamento.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1089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Funcionários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456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da equipe (secretária, enfermeiro, assistente), status ativo/inativo.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 em Tempo Real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4165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com pacientes vinculados. Sala por médico+paciente, histórico de mensagens.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4069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Telemedicina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41655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virtual com status waiting/active/ended. Notificação FCM quando paciente aguarda.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 — Firebase FCM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Web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Worker registrado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Push API do browser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Banner de permissão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 FCM salvo em DeviceToken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Suporte Chrome/Firefox/Edge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expo-notifications integrado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@react-native-firebase/messaging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Permissão ao iniciar o 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 enviado à API no 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Background + foreground handling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Triggers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Nova consulta agendada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Lembrete de medicamento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Médico disponível (telemedicina)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Resultado de exame disponível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566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Prontuário compartilhado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Técnica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E11D4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42032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42032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x2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26864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26864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11696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11696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11696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2D374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42032" y="233172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25C2A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42032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542032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6864" y="233172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FFCA2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FCM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26864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11696" y="233172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11696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PDFKit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11696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+ Sign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C72E3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720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365760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42032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542032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/ LLM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26864" y="365760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2496ED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26864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626864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11696" y="365760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F6922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11696" y="3840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711696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Próximas Sprints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002B5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Telemedicina Mobile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3533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TelemedicineWaitingScreen, WebRTC via WebView (Jitsi), notificação FCM ao paciente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01368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0136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Prontuário Mobile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1488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link temporário, listar shares ativos, QR Code na tela para médico escanear sem download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96896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9689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642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Doutor Web Pro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944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de saúde do paciente, gráficos BP + glicemia inline, comparativo temporal de exames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92424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9242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&amp; CI/CD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7398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(web), Detox (mobile), GitHub Actions com cobertura de código e deploy automático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18795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187952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18795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24+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53542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de médicos por especialidade/cidade, agendamento online, avaliações, pagamento integrado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&amp; Conformidade LGPD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JWT + Keycloak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stateless com refresh tokens, suporte a SSO corporativo via Keycloak opcional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Consentimentos LGPD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tipos granulares: terms_of_use, data_processing, data_sharing_b2b, marketing — com versão e timestamp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Auditoria Completa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AuditLog: toda ação registrada com usuário, recurso, IP, user-agent e metadata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Soft Delete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nunca apagados fisicamente — campo deletedAt preserva histórico e garante DSAR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Prontuário Assinado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+ QR Code verificável publicamente — prontuário auditável offline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56616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Segurança de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Helmet, CORS, Rate Limiting (ThrottlerModule), validação de DTO com class-validator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em Números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280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 (API)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80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35+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Banco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329184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32918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291840"/>
            <a:ext cx="2468880" cy="1737360"/>
          </a:xfrm>
          <a:prstGeom prst="roundRect">
            <a:avLst>
              <a:gd name="adj" fmla="val 7895"/>
            </a:avLst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60350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Glicemia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IcodLife / Sou Doutor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saúde do paciente.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 lugar.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segurança e IA.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7  ·  19 Sprints  ·  Junho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IcodLife — Apresentação de Funcionalidades</dc:title>
  <dc:subject>PptxGenJS Presentation</dc:subject>
  <dc:creator>IcodLife</dc:creator>
  <cp:lastModifiedBy>IcodLife</cp:lastModifiedBy>
  <cp:revision>1</cp:revision>
  <dcterms:created xsi:type="dcterms:W3CDTF">2026-06-29T16:13:56Z</dcterms:created>
  <dcterms:modified xsi:type="dcterms:W3CDTF">2026-06-29T16:13:56Z</dcterms:modified>
</cp:coreProperties>
</file>